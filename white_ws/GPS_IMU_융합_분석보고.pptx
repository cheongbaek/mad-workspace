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3A6B"/>
                </a:solidFill>
                <a:latin typeface="맑은 고딕"/>
              </a:rPr>
              <a:t>GPS : IMU 융합 비교분석</a:t>
            </a:r>
          </a:p>
          <a:p>
            <a:r>
              <a:rPr sz="2000" b="0" i="0">
                <a:solidFill>
                  <a:srgbClr val="2E75B6"/>
                </a:solidFill>
                <a:latin typeface="맑은 고딕"/>
              </a:rPr>
              <a:t>white 패키지 자율주행 시스템 — gps_imu v5.8 / driving v6.7.x 기준</a:t>
            </a:r>
          </a:p>
          <a:p>
            <a:r>
              <a:rPr sz="1500" b="0" i="0">
                <a:solidFill>
                  <a:srgbClr val="595959"/>
                </a:solidFill>
                <a:latin typeface="맑은 고딕"/>
              </a:rPr>
              <a:t>① 융합의 이점  ② IMU 단독 적분오차  ③ 융합 모드 노브와 검증 설계</a:t>
            </a:r>
          </a:p>
          <a:p>
            <a:r>
              <a:rPr sz="1500" b="0" i="0">
                <a:solidFill>
                  <a:srgbClr val="595959"/>
                </a:solidFill>
                <a:latin typeface="맑은 고딕"/>
              </a:rPr>
              <a:t>④ 94:6 상보 게인의 원리  ⑤ rosbag 기반 AI 게인/융합비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맑은 고딕"/>
              </a:rPr>
              <a:t>소스: ~/white_ws/src/white  (ROS2 Humble, Ubuntu 22.04)  | 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0. 시스템 개요 — 데이터 흐름과 주기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gps_imu_node가 3개 센서를 융합해 /ego_state(20Hz)를 만들고 driving_node가 경로를 추종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246888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rtlCol="0" anchor="ctr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onsolas"/>
              </a:rPr>
              <a:t>SMC-2000 RTK GPS ─ /fix (NavSatFix, 5Hz, RTK 1cm+1ppm, 솔루션지연 0.13s 실측)   ┐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onsolas"/>
              </a:rPr>
              <a:t>iAHRS IMU ──────── /imu/data (Imu, 20Hz: 쿼터니언 자세 + 각속도)                 ├─▶ gps_imu_node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onsolas"/>
              </a:rPr>
              <a:t>Arduino 엔코더 ─── /encoder (Int32, ~100Hz, 300틱/회전)                          ┘        │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onsolas"/>
              </a:rPr>
              <a:t>                                                                                        ▼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onsolas"/>
              </a:rPr>
              <a:t>        /ego_state = [lat, lon, x, y, heading, speed, 0, pitch, terrain]  (20Hz)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onsolas"/>
              </a:rPr>
              <a:t>                                        │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Consolas"/>
              </a:rPr>
              <a:t>        driving_node: Pure Pursuit + PID 조향, 곡률/CTE 속도계획 ─▶ /cmd_vel_raw ─▶ motor_node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융합 철학: 칼만필터가 아닌 '역할 분담 + 상보 보정'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위치 = GPS 우위 (RTK 2cm 절대좌표, 뒷차축 투영), 단절 시 엔코더+자이로 DR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헤딩 = IMU 우위 (heading = IMU_yaw_unwrap + yaw_offset), GPS 코스가 offset을 천천히 교정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속도 = 엔코더 우위, 0.5s 두절 시 GPS 변위 추정 폴백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1. GPS 단독의 한계 — 왜 융합이 필요한가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데이터 주기(Hz)와 헤딩 관점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① 주기: 5Hz(0.2s 스텝) — 제어에 부족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driving_node 제어루프는 20Hz. GPS 단독이면 4주기 연속 같은 위치를 보고 조향 → 계단형 CTE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1 m/s 주행 시 fix 간 이동 0.2m — LFD 2.3m 대비 ~9%의 위치 불확실 구간이 상시 존재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② 헤딩: GPS는 헤딩 센서가 아님 — 위치 미분(코스)만 제공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정지·저속에서 코스 무의미: RTK 노이즈 2cm/0.2s = 0.1 m/s 가짜 이동 → 저속에서 방향 랜덤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후진 시 코스가 차체 방향과 180° 반대 (부호 모호성)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코너에서 안테나 스윙 오염: 안테나는 뒷차축+0.865m → 선회 시 ω·d 횡속도가 코스를 왜곡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시간 지연: 솔루션 지연 0.13s + 변위 시간중심 0.1s = 0.23s 과거의 방향 (v5.7.1 실측)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→ 1 m/s·요레이트 20°/s 코너에서 코스 오차만 ±5° 수준 = sin(5°)×LFD 5m ≈ CTE 0.44m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③ 가용성: RTK 단절(교량 밑·수목·전파차폐) 시 위치 자체가 사라짐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1. GPS+IMU 융합의 이점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단기 정밀 IMU + 장기 무편향 GPS = 상보(complementary)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GPS 단독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GPS+IMU 융합 (현재 코드)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자세 갱신주기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5Hz (0.2s 계단)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20Hz /ego_state, 엔코더 DR은 100Hz 적분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헤딩(정지/저속)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불가 (노이즈 지배)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IMU 자세로 항상 유효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헤딩(코너)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스윙+지연으로 ±5~10° 왜곡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자이로 추종(≤200°/s) + 선회보상·시간정렬 보정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헤딩(장기)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무편향(이동 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GPS가 τ≈10~25s로 drift 교정 → 장기도 무편향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후진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180° 모호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엔코더 부호로 자동 처리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GPS 단절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위치 상실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DR로 유지(수십 m 구간 CTE &lt; 1m), 복구 블렌딩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기하 보정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안테나 위치 그대로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헤딩 이용 뒷차축 투영 → PP 기하 정합(곡선 0.06~0.12m 개선)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핵심: 헤딩이 있어야 GPS 위치도 좋아진다 — 뒷차축 투영·코스 시간정렬·속도 부호판정 전부 heading 의존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gps_imu.py 실측 성과: drift 측정 std 4.36°→2.26°, 오발동 14%→2% (v5.7.1), 곡선 CTE 원인이던 IMU 오차 3~6°→2° 목표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2. IMU(DR) 단독 주행의 적분오차 — 코드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가정: 초기 원점·헤딩만 GPS+IMU로 확립(헤딩 lock), 이후 GPS 미사용 (v5.8 dr_only 모드)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19659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rtlCol="0" anchor="ctr"/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# gps_imu.py cb_encoder() — DR 위치 적분 (dr_only에선 이 경로가 상시 가동)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smooth_speed = sum(self.encoder_buf) / len(self.encoder_buf)   # 엔코더 5샘플 평균 [m/s]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if self.dr_active:                                             # 레거시 DR: 헤딩도 자이로 적분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    corrected_gyro_z = self.raw_imu_gyro_z - self.gyro_z_bias  #   ψ += (ω - b̂)·dt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    self.heading += math.degrees(corrected_gyro_z) * dt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head_rad = math.radians(self.heading)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self.fused_x += smooth_speed * math.cos(head_rad) * dt         # x += v·cosψ·dt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self.fused_y += smooth_speed * math.sin(head_rad) * dt         # y += v·sinψ·dt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적분식:  p(t) = p₀ + ∫ v(τ)·[cosψ(τ), sinψ(τ)] dτ,   ψ(t) = ψ₀ + ∫ (ω − b̂) dτ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오차원 3가지 — 모두 코드에서 확인 가능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① 초기 헤딩 오차 ε₀: lock 조건 spread ≤ 5°(GPS-only)/15°(ENC) → 전형적 ε₀ ≈ 1~3°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② 자이로 바이어스 잔차 b: 정지 중 LPF(α=0.002, τ≈25s)로 학습하나 주행 중 온도/시간 변화로 재발생 — 잔차 0.01~0.05°/s 수준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③ 엔코더 스케일 오차 s: 바퀴둘레 상수(0.848m) vs 실제(공기압·마모·슬립) ≈ 1~2%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2. IMU(DR) 단독 적분오차 — 이론과 수치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v = 1 m/s 등속 직선 기준 (소각 근사)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헤딩 오차:  ε(t) = ε₀ + b·t   (b: 자이로 바이어스 잔차)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횡방향(경로이탈) 오차:  e_lat(t) ≈ v·∫sin ε dτ ≈ v·(ε₀·t + b·t²/2)   — b항은 t²로 폭주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종방향 오차:  e_lon(t) = s·d(t)   (거리에 비례, 선형)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83464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경과 (v=1m/s)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ε₀=2° 기여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b=0.05°/s 기여 (t²)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횡오차 합계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종오차 (s=1%)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30 s / 30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1.05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0.39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≈ 1.4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0.30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60 s / 60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2.09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1.57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≈ 3.7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0.60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120 s / 120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4.19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6.28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≈ 10.5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1.20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120 s (b=0.01°/s로 학습 잘된 경우)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4.19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1.26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≈ 5.4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1.20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9204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해석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초반 30m까지는 ~1m 수준 → GPS 음영 구간 통과용으로 유효 (코드의 DR 설계 목적과 일치)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이후 b·t²/2 항이 지배 → 분 단위 주행이면 수 m~수십 m 발산. 완주용 불가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지배 변수는 ε₀(초기 lock 품질)과 b(출발 전 정지 학습 시간) — dr_only 실험 시 정지 30s+ 필수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코너는 추가 오차: 자이로 스케일 오차 k_g면 코너 회전각 θ당 k_g·θ 헤딩 오차 가산 (예: 0.5%·360°=1.8°/랩)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3. 융합 노브 3종의 작동 원리 — 코드와 식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gps_imu.py v5.8 클래스 최상단 (FUSION_MODE / POS_GPS_ALPHA / HEADING_GPS_TRUST)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23774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rtlCol="0" anchor="ctr"/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FUSION_MODE       = "fused"    # "fused" | "gps_raw" | "dr_only"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POS_GPS_ALPHA     = 1.0        # 위치 융합비 α (1.0=기존, &lt;1=연속 상보필터, 0=순수 DR)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HEADING_GPS_TRUST = 1.0        # 헤딩 보정 강도 (0=GPS 불개입, 1=현행)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# ── cb_fix() 위치 반영부 ──────────────────────────────────────────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elif self._pos_fusion_active:                       # α &lt; 1.0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    self.fused_x += self._pos_gps_alpha * (rear_x - self.fused_x)   # p ← p + α(GPS−p)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    self.fused_y += self._pos_gps_alpha * (rear_y - self.fused_y)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# ── drift 보정부 (HEADING_GPS_TRUST 적용) ─────────────────────────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gain = min(GAIN_MAX, GAIN_BASE + |drift|/250) * self._heading_gps_trust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self.yaw_offset = normalize_angle(self.yaw_offset - drift * gain)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공통 헤딩식:  ψ = ψ_IMU,unwrap + offset    (main_loop, 20Hz)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위치 갱신식 (모드별):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GPS모드(gps_raw):  p = p_GPS,antenna  — /fix 그대로 (투영 X, offset 동결, DR 폴백 X)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IMU모드(dr_only):  p ← p + v_enc·[cosψ, sinψ]·dt  — 초기 원점·헤딩만 GPS, 이후 순수 적분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융합모드(fused):  위 두 식의 가중결합 — p ← DR적분 후, fix마다 p ← p + α·(p_GPS − p)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α=1이면 p=p_GPS(레거시 완전동일), 5Hz fix 기준 수렴 시정수 τ_pos ≈ 0.2s/α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3. 모드별 정보 흐름 요약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무엇이 켜지고 꺼지는가 (v5.8 구현 기준)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구성 요소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융합모드 fused(α,trust)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GPS모드 gps_raw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IMU모드 dr_only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위치 소스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DR 적분 + fix마다 α-당김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/fix 원시좌표 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엔코더+헤딩 적분 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헤딩 소스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IMU + GPS 코스가 offset 교정(×trust)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IMU (lock 후 offset 동결)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IMU (lock 후 offset 동결)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초기 원점/헤딩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GPS (헤딩 lock)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GPS (헤딩 lock)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GPS (헤딩 lock) — 유일한 GPS 개입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뒷차축 투영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OFF (안테나 원시)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ON (위치에 GPS 미반영이라 무관)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GPS 단절 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α-수렴이 자동 흡수 (α=1은 DR+블렌딩)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위치 정지 (폴백 없음)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영향 없음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drift/연속 보정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ON (gain × trust)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OFF (trust=0)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OFF (trust=0)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7091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설계 근거: 세 모드가 별개 구현이 아니라 (α, trust, 투영, DR폴백) 4개 스위치의 프리셋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gps_raw = (α=1, trust=0, 투영OFF, 폴백OFF) / dr_only = (α=0, trust=0) — 중간값 실험도 동일 코드로 가능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헤딩 lock 전에는 모드 무관 동일 동작 → 세 모드가 같은 초기조건에서 출발 (공정 비교 보장)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3. 반복 검증 설계 — 동일경로 · 1 m/s · 모드별 5회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총 15주행 (+α/trust 중간값 옵션)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통제 변수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경로: 동일 *_remodeled.csv (직선 ≥30m + 코너 2개 이상 포함 권장), 시작점·방향 동일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속도: driving.py max_speed_ms = min_speed_ms = 1.0 으로 고정 (속도계획 개입 제거)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초기화: 출발 전 정지 30s 이상(gyro bias 학습), RTK FIX(🟢) 확인 후 출발, 매 회 노드 재시작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기록 (ros2 bag record)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/fix /ego_state /heading /driving_debug /cmd_vel_raw /imu/data /encoder /gps_status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평가 지표 (회당 산출 → 모드별 평균±표준편차)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CTE RMS·최대 (/driving_debug[3]) — 경로추종 정확도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종점 도착오차 (/driving_debug[2] d2dest) — 누적 오차의 총합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헤딩 drift (/heading[2]) 및 /fix와 /ego_state 위치 잔차 — 융합 내부 상태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조향 반전율·표준편차 (/cmd_vel_raw angular.z) — 진동/승차감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5회 간 궤적 재현성 (랩 간 위치 std) — 모드의 일관성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예상 순위: CTE·재현성 fused ≥ gps_raw ≫ dr_only(거리에 따라 발산), 조향 부드러움 fused &gt; gps_raw(5Hz 계단·코스노이즈)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4. 'IMU : GPS = 94 : 6'의 정체 — 헤딩 상보필터 게인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먼저 정리: 위치는 RTK 시 GPS 100%. 94:6이 성립하는 채널은 '헤딩'이다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1143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rtlCol="0" anchor="ctr"/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# gps_imu.py cb_fix() — 1초마다: GPS 코스로 IMU 헤딩의 drift를 측정해 offset을 소량 보정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drift = normalize_angle(exp_dir - gps_dir)        # 기대 진행방향(IMU) − GPS 코스 = IMU 누적오차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gain  = min(0.10, 0.04 + abs(drift)/250.0)        # g = 0.04 ~ 0.10  ← 이것이 'GPS 반영 비율'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Consolas"/>
              </a:rPr>
              <a:t>self.yaw_offset -= drift * gain                   # offset ← offset − g·drift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식으로 쓰면 지수가중(상보) 필터:</a:t>
            </a:r>
          </a:p>
          <a:p>
            <a:pPr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맑은 고딕"/>
              </a:rPr>
              <a:t>      ψ_new = ψ_old − g·(ψ_old − ψ_GPS)  =  (1−g)·ψ_IMU + g·ψ_GPS,      g ≈ 0.04~0.10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즉 보정 1회당 IMU (1−g) : GPS (g) = 96:4 ~ 90:10, 대표값 ≈ 94:6 — 'IMU 적분오차를 GPS 절대 기준으로 조금씩 보정'이 정확한 이해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동일 drift 반복 시 지수 수렴: drift_n = (1−g)ⁿ·drift₀ → 시정수 τ = T/g = 1.0s/0.06 ≈ 17s (10~25s)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직선에선 연속미세보정(g=0.04, 5Hz)이 추가 → 직선 실효 GPS 비중이 코너보다 높음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94:6이 된 근거 — 실패에서 역산된 값 (파일 헤더 v4.9→v5.0 이력)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v4.9: g=0.18~0.50(GPS 18~50%) + 코너 허용 → 코너 회전을 drift로 오인, 헤딩 1초당 5~15° 점프 → S자 사행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v5.0~5.4: g=0.04~0.10으로 보수화 + gyro 게이트 → '점프 없이 쏠림만 제거'되는 안정 상한이 이 대역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잔류 오차 하한도 만족: 정상상태 drift ε_ss = b·T/g = 0.02°/s·1s/0.06 ≈ 0.33° (CTE 0.03m, 무시 가능)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4. 비율(g)을 바꾸면 — 예측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트레이드오프: 수렴속도 ↔ GPS 코스 노이즈 주입 (σ_GPS ≈ 2.26°, v5.7.1 실측)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정상상태 헤딩 노이즈:  σ_ψ = σ_GPS·√( g/(2−g) )      잔류 drift:  ε_ss = b·T/g      CTE ≈ sin(σ_ψ 또는 ε_ss)×LFD(5m)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06424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게인 g (IMU:GPS)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수렴 τ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헤딩 노이즈 σ_ψ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잔류 drift (b=0.02°/s)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</a:rPr>
                        <a:t>예상 거동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0.01  (99:1)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100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0.16°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2.0°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매끈하나 상시 CTE ≈0.17m 편향, 코너 후 회복 느림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0.06  (94:6, 현재)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17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0.40°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0.33°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점프 없음 + 쏠림 제거 — 실증된 균형점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0.30  (70:30)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3.3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0.95°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0.07°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빠른 교정, 조향 잔떨림 시작 (CTE 진동 ±0.08m)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0.50  (50:50)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1.30°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0.04°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헤딩이 GPS 코스 노이즈 추종 → 진동 ±0.11m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0.18~0.50 (v4.9 실측)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맑은 고딕"/>
                        </a:rPr>
                        <a:t>코너 오인보정 5~15° 점프 → S자 사행 (재현된 실패)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64018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실험 방법: HEADING_GPS_TRUST가 곧 배율 — trust=5 → g≈0.2~0.5, trust=0.17 → g≈0.01, trust=0 → 순수 IMU 헤딩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예측 검증 포인트: g↑에 따라 /heading의 고주파 분산 증가 &amp; /driving_debug CTE 저주파 편향 감소가 교차하는 지점이 최적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주의: 위 노이즈 식은 직선 기준. 코너에선 phantom drift 잔차가 σ_GPS에 가산되므로 g↑의 부작용이 더 큼 (시간정렬이 완화)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5. rosbag 기반 AI 파라미터 제안 — 파이프라인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이 저장소의 개발이력(로스백 정량분석→수정→검증)을 자동화하는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1600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73152" rtlCol="0" anchor="ctr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</a:rPr>
              <a:t>ros2 bag ─▶ ① 추출: /driving_debug(cte,p/i/d항,조향), /heading(drift), /fix↔/ego_state 잔차, /imu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</a:rPr>
              <a:t>          ─▶ ② 지표화: CTE RMS/최대/편향, 조향 반전율·포화율, 진동 주파수(FFT), drift 통계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</a:rPr>
              <a:t>          ─▶ ③ 시스템 식별: 조향응답 δ_act = K·e^(−Ls)/(τs+1)·δ_cmd  (이미 실측: K=0.85, L=0.45s)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</a:rPr>
              <a:t>          ─▶ ④ 최적화: 식별 모델 폐루프 시뮬에서 비용 J 최소화하는 (Kp,Ki,Kd) / g 탐색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262626"/>
                </a:solidFill>
                <a:latin typeface="Consolas"/>
              </a:rPr>
              <a:t>          ─▶ ⑤ 제안+근거 출력 → 실차 소량 검증(A/B) → 다시 ①  (사람은 승인만)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546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AI가 하는 일의 본질: '증상 → 원인 파라미터' 매핑을 데이터로 수행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예(이 코드의 실제 이력과 동일한 논리): 직선 CTE 상시 +0.14m &amp; 직진 중 요레이트 −3.64°/s → 물리 트림 → STEER_TRIM 제안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예: drift 측정치가 요레이트에 비례(기울기 0.23s) → 시간 미정렬 → GPS_SOLUTION_LATENCY 제안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예: CTE 부호가 주기 T_osc로 교대 + 조향 반전율 높음 → 게인 과다/지연 미보상 → Kd↑ 또는 예측지평↑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비용함수 (튜닝 목표의 수식화):</a:t>
            </a:r>
          </a:p>
          <a:p>
            <a:pPr>
              <a:spcAft>
                <a:spcPts val="300"/>
              </a:spcAft>
            </a:pPr>
            <a:r>
              <a:rPr sz="1500" b="0" i="0">
                <a:solidFill>
                  <a:srgbClr val="262626"/>
                </a:solidFill>
                <a:latin typeface="맑은 고딕"/>
              </a:rPr>
              <a:t>      J = Σ [ w₁·cte²  +  w₂·(Δδ)²  +  w₃·1(조향반전)  +  w₄·max(0,|cte|−cte_max)² ]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w₁: 추종 정확도, w₂·w₃: 액추에이터 마모·승차감(사행 억제), w₄: 안전 하드제약 — 가중치가 곧 운용 철학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5-A. PID 게인 제안 — 근거 수식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driving.py 속도별 게인 테이블 (Kp 1.6~2.6, Ki 0.12~0.25, Kd 0.14~0.30)을 데이터로 재도출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① 플랜트 식별 (rosbag에서 회귀)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      조향 실현:  δ_act(t) = K·δ_cmd(t−L)  →  K, L 추정 (cmd와 실현 요레이트 ω=v·tanδ/L_wb 의 상호상관)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      횡동역학(기구학적 자전거):  ċte = v·sinθe,   θ̇e = (v/L_wb)·tanδ − v·κ(경로곡률)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② 안정성 제약 — 지연 L=0.45s가 게인 상한을 결정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      루프 교차주파수 ω_c에서 지연 위상손실 = ω_c·L [rad].  위상여유 45° 확보 조건: ω_c ≲ (π/4)/L ≈ 1.7 rad/s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      → P게인 상한: Kp·(∂ψ/∂δ 경로게인) 이 ω_c를 넘지 않게 — 속도 높을수록 경로게인↑ → 테이블이 속도별인 이유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③ 적분(I) 사이징 — 이 코드의 Ki_CLAMP=6.0 도출 논리를 일반화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      필요 i항 = 정상상태 요구조향(실측 트림 ≈2.2°) →  클램프 = 필요조향 / Ki  (0.25×6.0=1.5°)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      AI는 rosbag의 '직진 중 평균 조향·CTE 편향'에서 트림을 자동 추정해 Ki·클램프·정적트림 배분을 제안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④ 탐색: 속도 bin별 (Kp,Ki,Kd)를 베이지안 최적화/CMA-ES로, ①의 시뮬 재생에서 J 평가 → 파레토 상위 제안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검증: 제안 게인으로 기존 rosbag 재생 시뮬 → 예상 CTE·반전율 리포트 → 실차 1~2회 확인 주행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5-B. GPS:IMU 융합비(g, α) 제안 — 근거 수식</a:t>
            </a:r>
          </a:p>
          <a:p>
            <a:r>
              <a:rPr sz="1300" b="0" i="0">
                <a:solidFill>
                  <a:srgbClr val="595959"/>
                </a:solidFill>
                <a:latin typeface="맑은 고딕"/>
              </a:rPr>
              <a:t>1차원 정상상태 칼만 필터로 '최적 g'가 닫힌 식으로 존재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모델 (헤딩 채널):  오차 랜덤워크  ε_{k+1} = ε_k + w_k,  w~N(0,q),  q=(σ_b·T)²   (σ_b: 자이로 drift율)</a:t>
            </a:r>
          </a:p>
          <a:p>
            <a:pPr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      측정  z_k = ε_k + v_k,  v~N(0,r),  r = σ_GPS²   (GPS 코스 노이즈, 직선 실측 σ=2.26°)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정상상태 칼만 게인 (리카티 해):</a:t>
            </a:r>
          </a:p>
          <a:p>
            <a:pPr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맑은 고딕"/>
              </a:rPr>
              <a:t>      K* = (−q + √(q² + 4qr)) / (2r)   ≈  √(q/r) = σ_b·T/σ_GPS   (q ≪ r 일 때)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rosbag에서 q, r을 추정하는 법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r: trust&gt;0 주행의 직선 구간 drift 측정치 분산 (시간정렬 후 값 사용 — 정렬 전 4.36°는 과대)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q: trust=0(순수 IMU) 주행에서 ψ−GPS코스 잔차의 시간 기울기 = σ_b 직접 관측, 또는 정지 로그 Allan 분산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수치 예:  σ_b·T = 0.05°(1s),  σ_GPS = 2.26°  →  K* ≈ 0.022  — 현재 g(0.04~0.10)보다 낮음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해석: 순수 잡음 관점 최적은 더 IMU 쪽. 현재 값이 큰 이유는 q에 '온도 drift·코너 스케일오차' 같은 비정상 성분 포함 → AI는 구간별(직선/코너)·상태별(RTK 품질) g 스케줄을 제안 가능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위치 채널 α도 동일 구조:  α* = √(q_pos/r_pos),  q_pos=(엔코더+헤딩 DR 예측오차/스텝)², r_pos=(RTK 2cm)²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RTK 정상이면 r_pos가 압도적으로 작아 α*→1 (현재 기본값과 일치). RTK 열화(SBAS/FIX) 시 α를 낮추는 적응형 제안이 자연스러운 결론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3A6B"/>
                </a:solidFill>
                <a:latin typeface="맑은 고딕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① 융합 이점 = 20Hz 연속 자세 + 정지/코너/후진에서도 유효한 헤딩. GPS는 5Hz·코스만·0.23s 지연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② IMU 단독은 e_lat ≈ v(ε₀t + bt²/2)로 발산 — 1m/s에서 60m에 ~4m. 음영 통과용, 완주 불가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③ 세 모드는 (α, trust, 투영, 폴백) 스위치의 프리셋 — 같은 코드·같은 초기화로 공정 비교 가능. 1m/s×5회 프로토콜 확정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④ 94:6 = 헤딩 상보필터의 보정게인 g(0.04~0.10). v4.9 실패(g 0.18~0.50 → S자 사행)에서 역산된 안정 대역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⑤ AI 제안 = 로스백 지표화 → 플랜트 식별(K=0.85, L=0.45s) → 비용 J 최소화 탐색. 융합비는 K*≈σ_b·T/σ_GPS 닫힌 식 존재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A3A6B"/>
                </a:solidFill>
                <a:latin typeface="맑은 고딕"/>
              </a:rPr>
              <a:t>▪ 다음 액션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재매핑(뒷차축 기준) 후 fused/gps_raw/dr_only × 5회 rosbag 수집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trust ∈ {0.17, 1, 5} 스윕으로 4번 예측(노이즈-편향 교차점) 검증</a:t>
            </a:r>
          </a:p>
          <a:p>
            <a:pPr lvl="1">
              <a:spcAft>
                <a:spcPts val="300"/>
              </a:spcAft>
            </a:pPr>
            <a:r>
              <a:rPr sz="1400" b="0" i="0">
                <a:solidFill>
                  <a:srgbClr val="262626"/>
                </a:solidFill>
                <a:latin typeface="맑은 고딕"/>
              </a:rPr>
              <a:t>– 수집 데이터로 5번 파이프라인 1회전: q·r 추정 → g*, α* 산출 → 현재값과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4210</Words>
  <Application>Microsoft Office PowerPoint</Application>
  <PresentationFormat>와이드스크린</PresentationFormat>
  <Paragraphs>275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김윤서</cp:lastModifiedBy>
  <cp:revision>2</cp:revision>
  <dcterms:created xsi:type="dcterms:W3CDTF">2013-01-27T09:14:16Z</dcterms:created>
  <dcterms:modified xsi:type="dcterms:W3CDTF">2026-07-10T05:04:44Z</dcterms:modified>
  <cp:category/>
</cp:coreProperties>
</file>